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7906</TotalTime>
  <Words>223</Words>
  <Application>Microsoft Office PowerPoint</Application>
  <PresentationFormat>Widescreen</PresentationFormat>
  <Paragraphs>62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52</cp:revision>
  <cp:lastPrinted>2026-02-17T15:32:57Z</cp:lastPrinted>
  <dcterms:created xsi:type="dcterms:W3CDTF">2026-02-10T17:59:13Z</dcterms:created>
  <dcterms:modified xsi:type="dcterms:W3CDTF">2026-03-03T21:36:40Z</dcterms:modified>
</cp:coreProperties>
</file>