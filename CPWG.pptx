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539C8-22DB-E665-927F-599AFE4E8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7DBCF-B7F0-6FE0-9E80-D406FBC0A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5D677-7662-70B7-84DB-52D1D546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98F52-0F7A-9028-7754-2B3505E13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1C16-CE92-1A4F-DEF9-D1F1FB29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15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D3676-F2A5-4904-6240-AE8379B5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83D90-BCEE-F5BA-1283-351F49FDF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FFAA9-9163-10BD-8D47-626878CF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CA21D-7A91-8E01-DD12-4DDDE3ECE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8C31F-3E60-A200-D728-8071DDF0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1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92A7-7D5E-213E-B107-CE2F7DEB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D702A0-968A-B507-F4D4-B8B41D164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BED35-48EB-5DDF-38EB-4A89F0BD5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20C63-E5FA-5711-C728-4457F2D8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B1014-F3CA-0728-B427-E950ED91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56B28-22A7-F756-59CF-E390C2E1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8135F-FC5F-E6CA-523E-799255F57A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E8C4E-0053-C02A-4704-9E122B111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F7594-07BD-105C-F9C7-3D6839E29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57A61-1CBF-2415-DCED-878B8E9C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51C28-7FE7-2B4B-3D1A-0CF153C76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81169-2A6B-7CF9-5843-FFCB26D5D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D499D-E80B-4964-A634-7309EF10E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100A7-5C85-990F-A267-801A06995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2FABF-8A9C-5EDB-57DB-85E9A5624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A79E99-A0A7-761A-A9EE-51EE3BC58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18954-D7EB-A4FD-E2CE-1023F339D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11DAA-B50A-00A9-72B9-9C939F1C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3B522-AFD8-A4B9-13ED-6CB3E7876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4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2F98-0653-DE57-72EA-3C908678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C643-35E3-ED23-B804-568193600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AFFD9A-B383-E9B2-036E-AA42A924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7707C-C54B-E0AE-305F-836A92B91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1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16BFA-C46F-ECC9-8081-9456023DF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A1EEBB-79AD-DC3F-1CD7-51189E69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29B73-4F4C-00E6-9B8A-20830E9B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5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8707-DC8C-88D4-1DCD-6BC67997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D42EC-0DE3-FB58-ACB2-788D12262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057A0-3322-1AEB-1C59-B94B32850E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98F427-CC84-472A-6059-709D1A1C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220FC8-A9B2-1789-C150-32D90B5E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CA18A-7401-7205-CC29-CC1518831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82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6D96-057B-A8CD-4646-1398EA6A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502061-AA0E-5C3F-54D3-9030E024C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BE161-08FA-59FD-2F98-DC9E0010D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B0CBB-FE57-5403-5D71-4ED6FB9C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23BAB-2DA0-88FB-5A30-A61C9A30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2A453-8CD3-F36F-E372-EDF3CE99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0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351B-82D0-6EB9-DF58-7692C77A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FF851-3FEE-3213-5B8B-B0804D2F4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E096-0FCD-4744-7AC2-805AEA17D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EB0B5-D81E-81DD-8806-26019EDE7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78679-5774-9721-8B5C-3C941DB2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80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BA396B-6B02-A509-0E3C-FDE308F8A1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DA584-1A46-F35C-2852-A72E5FD4F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15B1D-D4E0-86DB-8A50-6D313A217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9A6DF-B361-C89F-9BD0-344378E9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A339-EB29-657A-9B19-25AFB90D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2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6E5496-4999-8C79-7EB2-22A4E63A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B1FC9-D232-3653-4824-D4D98322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111D3-31D4-CBB3-4298-09BC8C0D30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5F823-E1C5-4D86-B6C8-258F65A46826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3D691-75B5-C43D-5A0B-9EB2C36D8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88219-760F-FED5-B154-50848F2F6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056FF6-E93E-49F0-A4D8-7E87B4F26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20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ogerscorp.com/advanced-electronics-solutions/ro4000-series-laminates/ro4350b-laminate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BDEAAB-179A-AC52-1D44-284D5892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40" y="214614"/>
            <a:ext cx="7051869" cy="47788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8A2DB-17C7-044E-3078-D46B68B8F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6260" y="3013854"/>
            <a:ext cx="6173061" cy="3629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93E7C-AAE3-944F-AC4F-AC46EC446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741" y="116163"/>
            <a:ext cx="4953119" cy="289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99F749-A916-2A75-2A1C-0F7E19207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4" y="636104"/>
            <a:ext cx="5751090" cy="6221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0850D9-6193-1A7B-36DE-8ED4E575BA5C}"/>
              </a:ext>
            </a:extLst>
          </p:cNvPr>
          <p:cNvSpPr txBox="1"/>
          <p:nvPr/>
        </p:nvSpPr>
        <p:spPr>
          <a:xfrm>
            <a:off x="2578211" y="0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https://rogerscorp.com/advanced-electronics-solutions/ro4000-series-laminates/ro4350b-laminates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610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B02891-92DF-E38D-0786-773142562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53" y="113154"/>
            <a:ext cx="9028015" cy="663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7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5</cp:revision>
  <dcterms:created xsi:type="dcterms:W3CDTF">2026-01-09T17:07:32Z</dcterms:created>
  <dcterms:modified xsi:type="dcterms:W3CDTF">2026-01-09T18:04:38Z</dcterms:modified>
</cp:coreProperties>
</file>