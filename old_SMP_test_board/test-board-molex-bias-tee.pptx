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89" r:id="rId4"/>
    <p:sldId id="276" r:id="rId5"/>
    <p:sldId id="264" r:id="rId6"/>
    <p:sldId id="265" r:id="rId7"/>
    <p:sldId id="257" r:id="rId8"/>
    <p:sldId id="258" r:id="rId9"/>
    <p:sldId id="259" r:id="rId10"/>
    <p:sldId id="280" r:id="rId11"/>
    <p:sldId id="261" r:id="rId12"/>
    <p:sldId id="262" r:id="rId13"/>
    <p:sldId id="263" r:id="rId14"/>
    <p:sldId id="283" r:id="rId15"/>
    <p:sldId id="279" r:id="rId16"/>
    <p:sldId id="278" r:id="rId17"/>
    <p:sldId id="282" r:id="rId18"/>
    <p:sldId id="284" r:id="rId19"/>
    <p:sldId id="285" r:id="rId20"/>
    <p:sldId id="286" r:id="rId21"/>
    <p:sldId id="287" r:id="rId2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F229-CC08-FFC5-B6E9-F4CA9E5D5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CC197-B246-B94C-46A1-412A36728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C853B-E300-063B-6CD1-4322AA13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1E582-7F65-8EB0-F41D-A38D3DC3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8C99-4929-AB35-1386-C415A4B3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93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591B-244E-9909-B39E-8827B2B5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4545E-8C7D-FDEE-2B84-31F9110A3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F57B-DE18-2CE9-B0D1-A9C16FA6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3B40-8531-9FBA-97A8-4F51CE74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67C33-F90A-ACA6-7B46-395AE9AC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5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A979-8B4F-4FFF-9D5A-73DC65EB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BBBE9-E2D8-7DDA-44B5-50D629053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E73DD-D159-6FBF-F914-00C5CACF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445EC-EE78-CA6B-2EE8-615CD89D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CBA6E-33B0-4170-F989-405F03F1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05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1301-F526-5496-A6D3-DFF7D29BD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0AC32-2E7B-502D-BF7E-6DD084869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7EAE-F691-45E3-FCF1-042B76EB6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9D5EC-570A-FFF2-FEB9-CD346261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05859-0A05-3B3E-FC5D-7B5EE813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89F56-5E59-30DC-2555-F5F330D84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0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04F4-46FB-5ADF-A151-AF53EB7F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27017-3DA3-FFBE-635C-DE2CE3F29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08E93-38A0-6D15-1039-01245A665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F20CC-D1F3-CE9D-F8A2-3CE056D87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7BC7E-BB3B-0C9B-EA98-63314CD56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B78CF-B660-89F5-B909-37D13454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3B514-1375-753F-4D90-3AEA487D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955C79-6E26-1324-89B5-44DB42F2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00F8-81C1-ECC6-859E-92EF34F8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5572E-2A8B-F039-DADD-6450D870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68FC7-B586-5360-EB70-EE94ED762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06DFE-1FC1-E6AA-000A-E15434BF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45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9DB16-2704-0734-1085-8F90D6F26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E3A13-4218-5737-F8DF-77D96918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A3A6-EE34-3E8B-3CA8-60443343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4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7BEB-7F2B-DB29-474A-A578A3A9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A0A2-5133-7060-0706-F1D130F0F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E3D9F-3CEF-C976-5429-EFF36757A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526A0-E085-59D9-637D-500A4A0A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C7CE-4D2B-5D9C-ADB0-FFA27020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8F003-184A-6E33-CA31-6B208224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8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E595-387C-11EB-CD66-EC98A3D9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B48B6-154D-9DD6-550C-EF549E78E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AB34A-0168-DAC0-6F8D-31D9F0144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41181-0E8F-9090-3A6C-576B2210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0E5F5-ED01-9E0D-9D11-A847031B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A82CA-4600-E302-0722-0CEAF0BA4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4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F9AE-95A1-A9DA-8A40-441DA9DE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EB1F6-2F96-DCDE-CFBF-CFE760637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F7970-D124-C176-6F0C-232E050E4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FF13C-31D6-75E4-8303-1035D5FA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0AACA-C56C-2C5E-00E2-5D6CA5D4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1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9830E-0E64-67CC-0148-535866F12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5833F-852A-E9B5-75A9-E32CAEE1E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83853-A32C-DB23-1434-6CA46E67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B610-ACDF-023C-C5CA-88D9D18C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C6010-B073-C2B5-F3B3-DAF05419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00861-A22D-348F-2115-FA2E626D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B80B1-7836-FBC3-3A38-209E5551C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58A05-149E-BF34-9D52-D289B6508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E5E36-85F6-4636-9461-96D94054BF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09F63-4791-2F1B-7EE6-007E0FCF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DCC5-2084-B8D3-7886-5CABEE4DC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B6F16-1E18-4FC4-B33D-260D87D2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5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short/t1bt58f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en/products/detail/molex/0853050232/2421464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lcraft.com/en-us/products/rf/conical-broadband/0-40-ghz/bcr/bcr-232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en/products/detail/passive-plus/0201BB104KW160/19186628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svmicrowave.com/smp-male-pcb-surface-mount-connector-ra-ld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digikey.com/en/products/detail/kyocera-avx/506WLSM0R70KT619T/478986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digikey.com/en/products/detail/kyocera-avx/560W103MTT/2220540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760F-535C-18A6-52B4-FD216DABB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Board Molex And Bias Tee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95FAA-64C2-7CD4-8C0D-179E8E8B7A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October 2024</a:t>
            </a:r>
          </a:p>
          <a:p>
            <a:r>
              <a:rPr lang="en-US"/>
              <a:t>Lafe Spietz et al</a:t>
            </a:r>
          </a:p>
        </p:txBody>
      </p:sp>
    </p:spTree>
    <p:extLst>
      <p:ext uri="{BB962C8B-B14F-4D97-AF65-F5344CB8AC3E}">
        <p14:creationId xmlns:p14="http://schemas.microsoft.com/office/powerpoint/2010/main" val="355099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749019-4C33-16A3-A018-19B064FFC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79" y="442173"/>
            <a:ext cx="8677115" cy="5821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8DAEA-2D26-929D-F272-867ED9E6E3C6}"/>
              </a:ext>
            </a:extLst>
          </p:cNvPr>
          <p:cNvSpPr txBox="1"/>
          <p:nvPr/>
        </p:nvSpPr>
        <p:spPr>
          <a:xfrm>
            <a:off x="8003357" y="4020673"/>
            <a:ext cx="376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10/23/24</a:t>
            </a:r>
          </a:p>
        </p:txBody>
      </p:sp>
    </p:spTree>
    <p:extLst>
      <p:ext uri="{BB962C8B-B14F-4D97-AF65-F5344CB8AC3E}">
        <p14:creationId xmlns:p14="http://schemas.microsoft.com/office/powerpoint/2010/main" val="264277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E51293-83A5-616C-120D-9C7EB8C9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61" y="998501"/>
            <a:ext cx="10859678" cy="48609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C52A5B-F916-35F3-4007-EB726A569488}"/>
              </a:ext>
            </a:extLst>
          </p:cNvPr>
          <p:cNvSpPr txBox="1"/>
          <p:nvPr/>
        </p:nvSpPr>
        <p:spPr>
          <a:xfrm>
            <a:off x="3386580" y="585949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https://www.digikey.com/short/t1bt58f8</a:t>
            </a: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17B7A-39D5-7106-D6CF-3B1492EBC806}"/>
              </a:ext>
            </a:extLst>
          </p:cNvPr>
          <p:cNvSpPr txBox="1"/>
          <p:nvPr/>
        </p:nvSpPr>
        <p:spPr>
          <a:xfrm>
            <a:off x="7956223" y="6198264"/>
            <a:ext cx="376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Put into purchasing 10/23/24</a:t>
            </a:r>
          </a:p>
        </p:txBody>
      </p:sp>
    </p:spTree>
    <p:extLst>
      <p:ext uri="{BB962C8B-B14F-4D97-AF65-F5344CB8AC3E}">
        <p14:creationId xmlns:p14="http://schemas.microsoft.com/office/powerpoint/2010/main" val="52575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DED393-513C-E05E-7344-C01D0B04E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827" t="2748" r="2405" b="37301"/>
          <a:stretch/>
        </p:blipFill>
        <p:spPr>
          <a:xfrm>
            <a:off x="181597" y="538017"/>
            <a:ext cx="2260599" cy="5541610"/>
          </a:xfrm>
          <a:prstGeom prst="rect">
            <a:avLst/>
          </a:prstGeom>
        </p:spPr>
      </p:pic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68C746F-7F1C-225A-B191-23A27F7A4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670" y="811560"/>
            <a:ext cx="6820267" cy="5363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A44935-79EE-BA0A-E9C7-99FC3CAAD2CC}"/>
              </a:ext>
            </a:extLst>
          </p:cNvPr>
          <p:cNvSpPr txBox="1"/>
          <p:nvPr/>
        </p:nvSpPr>
        <p:spPr>
          <a:xfrm>
            <a:off x="9079211" y="1470581"/>
            <a:ext cx="1846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 mil center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8740D-BB0F-3207-3CB9-7CDBF054647B}"/>
              </a:ext>
            </a:extLst>
          </p:cNvPr>
          <p:cNvSpPr txBox="1"/>
          <p:nvPr/>
        </p:nvSpPr>
        <p:spPr>
          <a:xfrm>
            <a:off x="9079211" y="2157931"/>
            <a:ext cx="1846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 mil center 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14862-A382-B17B-CBAF-E921BEEECD4D}"/>
              </a:ext>
            </a:extLst>
          </p:cNvPr>
          <p:cNvSpPr txBox="1"/>
          <p:nvPr/>
        </p:nvSpPr>
        <p:spPr>
          <a:xfrm>
            <a:off x="9079211" y="2792588"/>
            <a:ext cx="1846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 mil center 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7DFB8E-18F3-277E-B3EA-873047BD79D5}"/>
              </a:ext>
            </a:extLst>
          </p:cNvPr>
          <p:cNvSpPr txBox="1"/>
          <p:nvPr/>
        </p:nvSpPr>
        <p:spPr>
          <a:xfrm>
            <a:off x="9079210" y="3124156"/>
            <a:ext cx="1846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mil center 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E37BD-5327-3BC5-F39D-5811E2E2DEAD}"/>
              </a:ext>
            </a:extLst>
          </p:cNvPr>
          <p:cNvSpPr txBox="1"/>
          <p:nvPr/>
        </p:nvSpPr>
        <p:spPr>
          <a:xfrm>
            <a:off x="9079210" y="3462981"/>
            <a:ext cx="1846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 mil center 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B76686-5C81-38EB-5BC6-361B0109F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411" y="4184553"/>
            <a:ext cx="2135174" cy="18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1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CDB8-04DA-67F7-5D82-C5A5DD99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thru </a:t>
            </a:r>
            <a:r>
              <a:rPr lang="en-US" dirty="0" err="1"/>
              <a:t>cal</a:t>
            </a:r>
            <a:r>
              <a:rPr lang="en-US" dirty="0"/>
              <a:t> boards: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A22AB3-CCA9-B35F-8160-EB775B5E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969" y="5149044"/>
            <a:ext cx="3485662" cy="16487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2CC1A8-86B8-B0DE-FB73-84731E4F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969" y="3504922"/>
            <a:ext cx="3485662" cy="16441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6FB96C-7118-7836-A0C2-5046C7CD9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970" y="1718941"/>
            <a:ext cx="3485662" cy="16158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CE4930-ADEE-643F-CB63-927479538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969" y="151197"/>
            <a:ext cx="3485662" cy="16140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CD1B77-F441-63EC-5471-4DDFDC42B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61" y="2526875"/>
            <a:ext cx="6035309" cy="281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7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BF8C-5CF6-26F2-6D49-59EB64CA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used in </a:t>
            </a:r>
            <a:r>
              <a:rPr lang="en-US" dirty="0" err="1"/>
              <a:t>cal</a:t>
            </a:r>
            <a:r>
              <a:rPr lang="en-US" dirty="0"/>
              <a:t> boards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05DFF-7ACB-8A2A-D097-D0313C619F22}"/>
              </a:ext>
            </a:extLst>
          </p:cNvPr>
          <p:cNvSpPr txBox="1"/>
          <p:nvPr/>
        </p:nvSpPr>
        <p:spPr>
          <a:xfrm>
            <a:off x="586154" y="15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Rosenberger 19S141-40ML5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77921-44D7-52CA-845F-ED50BC39F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14" y="2035042"/>
            <a:ext cx="3233371" cy="2247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CAF335-997E-C636-AB41-C60E6261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747" y="1506022"/>
            <a:ext cx="3504905" cy="4586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CE2D44-8C07-ABCF-323E-EF93424548E7}"/>
              </a:ext>
            </a:extLst>
          </p:cNvPr>
          <p:cNvSpPr txBox="1"/>
          <p:nvPr/>
        </p:nvSpPr>
        <p:spPr>
          <a:xfrm>
            <a:off x="7174523" y="1875354"/>
            <a:ext cx="2708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Terse data sheet, didn’t specify the lower layers of copper or any kind of hole</a:t>
            </a:r>
          </a:p>
        </p:txBody>
      </p:sp>
    </p:spTree>
    <p:extLst>
      <p:ext uri="{BB962C8B-B14F-4D97-AF65-F5344CB8AC3E}">
        <p14:creationId xmlns:p14="http://schemas.microsoft.com/office/powerpoint/2010/main" val="526919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E4A3E2-8970-4F86-1591-96C90E057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746" y="411040"/>
            <a:ext cx="8883585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F98521-1BD9-6E1A-1337-A17126BA61AC}"/>
              </a:ext>
            </a:extLst>
          </p:cNvPr>
          <p:cNvSpPr txBox="1"/>
          <p:nvPr/>
        </p:nvSpPr>
        <p:spPr>
          <a:xfrm>
            <a:off x="2813538" y="47518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https://www.digikey.com/en/products/detail/molex/0853050232/2421464</a:t>
            </a:r>
            <a:r>
              <a:rPr 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C9562-C4C7-68F7-0CA6-02F23A488A58}"/>
              </a:ext>
            </a:extLst>
          </p:cNvPr>
          <p:cNvSpPr txBox="1"/>
          <p:nvPr/>
        </p:nvSpPr>
        <p:spPr>
          <a:xfrm>
            <a:off x="867508" y="5783385"/>
            <a:ext cx="855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Molex connector chosen by Anna for use on the JAWS project has MUCH more verbose data sheet!  </a:t>
            </a:r>
          </a:p>
        </p:txBody>
      </p:sp>
    </p:spTree>
    <p:extLst>
      <p:ext uri="{BB962C8B-B14F-4D97-AF65-F5344CB8AC3E}">
        <p14:creationId xmlns:p14="http://schemas.microsoft.com/office/powerpoint/2010/main" val="200651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31CB6C-9742-E822-8D48-0B50BE680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768" y="85075"/>
            <a:ext cx="8750852" cy="668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37B45E-D4D0-33CF-940F-9A967EF490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0"/>
          <a:stretch/>
        </p:blipFill>
        <p:spPr>
          <a:xfrm>
            <a:off x="1126392" y="804985"/>
            <a:ext cx="10143391" cy="564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9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BCE1-AF8B-45BC-A39D-E18EC53E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Diameters From data sheet: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9419-4C30-F059-47E5-D51A85B1A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52107"/>
          </a:xfrm>
        </p:spPr>
        <p:txBody>
          <a:bodyPr/>
          <a:lstStyle/>
          <a:p>
            <a:r>
              <a:rPr lang="en-US" dirty="0"/>
              <a:t>Connector metal outer ring: 177 mils, 4.5 mm</a:t>
            </a:r>
          </a:p>
          <a:p>
            <a:r>
              <a:rPr lang="en-US" dirty="0" err="1"/>
              <a:t>Soldermask</a:t>
            </a:r>
            <a:r>
              <a:rPr lang="en-US" dirty="0"/>
              <a:t> hole: 110 mils, 2.8 mm</a:t>
            </a:r>
          </a:p>
          <a:p>
            <a:r>
              <a:rPr lang="en-US" dirty="0"/>
              <a:t>Hole in metal, all 4 layers of metal: 126 mils, 3.2 mm</a:t>
            </a:r>
          </a:p>
          <a:p>
            <a:r>
              <a:rPr lang="en-US" dirty="0"/>
              <a:t>Hole in dielectric: 47 mils, 1.19 mm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6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86EA12-3C4D-4C63-17C7-045A83EB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59" y="144857"/>
            <a:ext cx="8146342" cy="6380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6C9FCF-AEF1-1D9A-7B9A-FE0C8C48FAAB}"/>
              </a:ext>
            </a:extLst>
          </p:cNvPr>
          <p:cNvSpPr txBox="1"/>
          <p:nvPr/>
        </p:nvSpPr>
        <p:spPr>
          <a:xfrm>
            <a:off x="4387273" y="4502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https://www.coilcraft.com/en-us/products/rf/conical-broadband/0-40-ghz/bcr/bcr-232/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5045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2F14D1-CD29-D5E5-715F-1EB14A544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46" y="429383"/>
            <a:ext cx="8360508" cy="62428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03C6C6-1310-5306-526B-C0BAB5C0F30D}"/>
              </a:ext>
            </a:extLst>
          </p:cNvPr>
          <p:cNvSpPr/>
          <p:nvPr/>
        </p:nvSpPr>
        <p:spPr>
          <a:xfrm>
            <a:off x="5208599" y="897348"/>
            <a:ext cx="281354" cy="281353"/>
          </a:xfrm>
          <a:prstGeom prst="rect">
            <a:avLst/>
          </a:prstGeom>
          <a:solidFill>
            <a:schemeClr val="accent4">
              <a:alpha val="32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93AAC-F9C9-D028-744E-010C522C3EF4}"/>
              </a:ext>
            </a:extLst>
          </p:cNvPr>
          <p:cNvSpPr/>
          <p:nvPr/>
        </p:nvSpPr>
        <p:spPr>
          <a:xfrm>
            <a:off x="3823144" y="1359166"/>
            <a:ext cx="2485291" cy="3887089"/>
          </a:xfrm>
          <a:prstGeom prst="rect">
            <a:avLst/>
          </a:prstGeom>
          <a:solidFill>
            <a:schemeClr val="accent4">
              <a:alpha val="32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5F67F-391F-69D9-0008-3A99D146441F}"/>
              </a:ext>
            </a:extLst>
          </p:cNvPr>
          <p:cNvSpPr/>
          <p:nvPr/>
        </p:nvSpPr>
        <p:spPr>
          <a:xfrm>
            <a:off x="1696825" y="5960652"/>
            <a:ext cx="8259783" cy="190576"/>
          </a:xfrm>
          <a:prstGeom prst="rect">
            <a:avLst/>
          </a:prstGeom>
          <a:solidFill>
            <a:schemeClr val="accent4">
              <a:alpha val="32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5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ED0D-A70B-F404-AED6-B4EEB5D7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parameters BCR-232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5628E-68D1-0DC6-286C-83BA12680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56" y="2176316"/>
            <a:ext cx="10659630" cy="250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72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7893FC-48A8-A1E3-A051-E0349446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5" y="1027778"/>
            <a:ext cx="4949073" cy="1963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FE1AC5-75EC-A708-1238-D1187418DA69}"/>
              </a:ext>
            </a:extLst>
          </p:cNvPr>
          <p:cNvSpPr txBox="1"/>
          <p:nvPr/>
        </p:nvSpPr>
        <p:spPr>
          <a:xfrm>
            <a:off x="1523607" y="6488668"/>
            <a:ext cx="9144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https://www.digikey.com/en/products/detail/passive-plus/0201BB104KW160/19186628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42EED-881D-ACAB-C955-E62CFA628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39" y="772587"/>
            <a:ext cx="6915161" cy="55013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C9DDFA-8859-7078-F926-8CB6F768F096}"/>
              </a:ext>
            </a:extLst>
          </p:cNvPr>
          <p:cNvSpPr txBox="1"/>
          <p:nvPr/>
        </p:nvSpPr>
        <p:spPr>
          <a:xfrm>
            <a:off x="3047215" y="328911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05D15-3FE0-0B73-E6E4-E8237BF236CE}"/>
              </a:ext>
            </a:extLst>
          </p:cNvPr>
          <p:cNvSpPr txBox="1"/>
          <p:nvPr/>
        </p:nvSpPr>
        <p:spPr>
          <a:xfrm>
            <a:off x="633953" y="4519557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Passive Plus 0201BB104KW160</a:t>
            </a:r>
          </a:p>
          <a:p>
            <a:r>
              <a:rPr lang="en-US" dirty="0"/>
              <a:t>100 </a:t>
            </a:r>
            <a:r>
              <a:rPr lang="en-US" dirty="0" err="1"/>
              <a:t>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69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721FE0-1E3E-7231-434A-B9766EE53BEA}"/>
              </a:ext>
            </a:extLst>
          </p:cNvPr>
          <p:cNvSpPr txBox="1"/>
          <p:nvPr/>
        </p:nvSpPr>
        <p:spPr>
          <a:xfrm>
            <a:off x="1470660" y="56509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https://www.svmicrowave.com/smp-male-pcb-surface-mount-connector-ra-ld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8AB9FA-C1C6-F6B2-5B04-663A58F2D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644356"/>
            <a:ext cx="9448800" cy="3466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D76122-536B-481D-7B3B-029ECA710EE5}"/>
              </a:ext>
            </a:extLst>
          </p:cNvPr>
          <p:cNvSpPr txBox="1"/>
          <p:nvPr/>
        </p:nvSpPr>
        <p:spPr>
          <a:xfrm>
            <a:off x="5425440" y="4663693"/>
            <a:ext cx="466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Supposedly </a:t>
            </a:r>
            <a:r>
              <a:rPr lang="en-US" dirty="0" err="1"/>
              <a:t>SVMicrowave</a:t>
            </a:r>
            <a:r>
              <a:rPr lang="en-US" dirty="0"/>
              <a:t> is willing to do design for customers for the launch to various PCB transmission lines.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7D840-6E8B-B934-149B-3D459AB0F3BE}"/>
              </a:ext>
            </a:extLst>
          </p:cNvPr>
          <p:cNvSpPr txBox="1"/>
          <p:nvPr/>
        </p:nvSpPr>
        <p:spPr>
          <a:xfrm>
            <a:off x="152400" y="4003886"/>
            <a:ext cx="37719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There is a rumor going around that SV microwave is willing to help customers with printed circuit board layout for launch from various connectors. Is this true?  We need to launch from a SMP like the 1211-40004 to a grounded coplanar waveguide transmission line on the </a:t>
            </a:r>
            <a:r>
              <a:rPr lang="en-US" sz="1200" dirty="0" err="1"/>
              <a:t>Eurocircuits</a:t>
            </a:r>
            <a:r>
              <a:rPr lang="en-US" sz="1200" dirty="0"/>
              <a:t> RF Pool </a:t>
            </a:r>
            <a:r>
              <a:rPr lang="en-US" sz="1200" dirty="0" err="1"/>
              <a:t>stackup</a:t>
            </a:r>
            <a:r>
              <a:rPr lang="en-US" sz="1200" dirty="0"/>
              <a:t>, with a 6 mil gap, one 10 mil thick layer of RO4350B on each side of the board, and about 19 mils of prepreg in between the inner ground layers, for a total of 4 metal layers.  Thanks!</a:t>
            </a:r>
          </a:p>
        </p:txBody>
      </p:sp>
    </p:spTree>
    <p:extLst>
      <p:ext uri="{BB962C8B-B14F-4D97-AF65-F5344CB8AC3E}">
        <p14:creationId xmlns:p14="http://schemas.microsoft.com/office/powerpoint/2010/main" val="3302604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371E-3D08-5A86-70DE-1D638668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Might be better than </a:t>
            </a:r>
            <a:r>
              <a:rPr lang="en-US" dirty="0" err="1"/>
              <a:t>coilcraft</a:t>
            </a:r>
            <a:r>
              <a:rPr lang="en-US" dirty="0"/>
              <a:t> for availability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42014-8E1C-9FD9-1AF2-67CA74CD2CB3}"/>
              </a:ext>
            </a:extLst>
          </p:cNvPr>
          <p:cNvSpPr txBox="1"/>
          <p:nvPr/>
        </p:nvSpPr>
        <p:spPr>
          <a:xfrm>
            <a:off x="929640" y="58465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https://www.digikey.com/en/products/detail/kyocera-avx/506WLSM0R70KT619T/4789861</a:t>
            </a:r>
            <a:r>
              <a:rPr lang="en-US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F08DD3-2018-57E8-2260-6A695AD4C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1" y="2125671"/>
            <a:ext cx="7193279" cy="31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16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E6DEDC-E1CA-BA4D-1B08-E959113D4982}"/>
              </a:ext>
            </a:extLst>
          </p:cNvPr>
          <p:cNvSpPr txBox="1"/>
          <p:nvPr/>
        </p:nvSpPr>
        <p:spPr>
          <a:xfrm>
            <a:off x="2952947" y="616970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https://www.digikey.com/en/products/detail/kyocera-avx/560W103MTT/22205406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914C4-2D1E-C98D-BF75-C4792FA04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851" y="543167"/>
            <a:ext cx="7098383" cy="29802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F24E10-48F1-82EA-8673-082155518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88" y="2924617"/>
            <a:ext cx="6229105" cy="31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42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7718F9-5146-77B9-A79E-40E95A48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1" y="109537"/>
            <a:ext cx="2524125" cy="2371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211AD4-0B22-08EC-BF4A-C21478F6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042" y="345298"/>
            <a:ext cx="8756773" cy="499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81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511CD8-4C0F-8D5D-5644-FA71B1DAA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96" y="720725"/>
            <a:ext cx="99441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03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D3C605-3F48-187B-6B34-ADBDD5D7F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027906"/>
            <a:ext cx="98679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94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325D-75A1-266C-6128-3C5C5993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674A9-8EDA-C7FC-D96C-6AD5B90B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0285A-41FD-60AF-A21A-7862DDA7C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58" y="519112"/>
            <a:ext cx="100203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2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374</Words>
  <Application>Microsoft Office PowerPoint</Application>
  <PresentationFormat>Widescreen</PresentationFormat>
  <Paragraphs>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Test Board Molex And Bias Tee</vt:lpstr>
      <vt:lpstr>PowerPoint Presentation</vt:lpstr>
      <vt:lpstr>PowerPoint Presentation</vt:lpstr>
      <vt:lpstr>PowerPoint Presentation</vt:lpstr>
      <vt:lpstr>From thru cal boards:</vt:lpstr>
      <vt:lpstr>What we used in cal boards</vt:lpstr>
      <vt:lpstr>PowerPoint Presentation</vt:lpstr>
      <vt:lpstr>PowerPoint Presentation</vt:lpstr>
      <vt:lpstr>PowerPoint Presentation</vt:lpstr>
      <vt:lpstr>Diameters From data sheet:</vt:lpstr>
      <vt:lpstr>PowerPoint Presentation</vt:lpstr>
      <vt:lpstr>PowerPoint Presentation</vt:lpstr>
      <vt:lpstr>S parameters BCR-232</vt:lpstr>
      <vt:lpstr>PowerPoint Presentation</vt:lpstr>
      <vt:lpstr>PowerPoint Presentation</vt:lpstr>
      <vt:lpstr>Might be better than coilcraft for availability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Board Molex And Bias Tee</dc:title>
  <dc:creator>Spietz, Lafe F. (Fed)</dc:creator>
  <cp:lastModifiedBy>Spietz, Lafe F. (Fed)</cp:lastModifiedBy>
  <cp:revision>30</cp:revision>
  <cp:lastPrinted>2024-10-17T19:46:46Z</cp:lastPrinted>
  <dcterms:created xsi:type="dcterms:W3CDTF">2024-10-07T21:28:51Z</dcterms:created>
  <dcterms:modified xsi:type="dcterms:W3CDTF">2026-03-09T16:08:46Z</dcterms:modified>
</cp:coreProperties>
</file>